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Guía: Registro sensor de suelo Wincontop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Versión detallada con evidencia visual por timestamp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Entrar al administrador e identificar proyecto/dispositivo base</a:t>
            </a:r>
          </a:p>
          <a:p>
            <a:r>
              <a:t>2) Validar tipo de sensor y asociaciones existentes</a:t>
            </a:r>
          </a:p>
          <a:p>
            <a:r>
              <a:t>3) Crear/ajustar relación en Variables en sensores</a:t>
            </a:r>
          </a:p>
          <a:p>
            <a:r>
              <a:t>4) Confirmar unidad de CE (µS/cm)</a:t>
            </a:r>
          </a:p>
          <a:p>
            <a:r>
              <a:t>5) Duplicar/configurar dispositivo y segundo sensor</a:t>
            </a:r>
          </a:p>
          <a:p>
            <a:r>
              <a:t>6) Verificar orden de variables en link</a:t>
            </a:r>
          </a:p>
          <a:p>
            <a:r>
              <a:t>7) Guardar y validar telemetría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1 - Inicio del flujo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00:21 | Acción: Entrar al administrador para registrar sensor de suelo y revisar estado actual.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 quiero registrar o hacer mejor un menos encerno</a:t>
            </a:r>
          </a:p>
        </p:txBody>
      </p:sp>
      <p:pic>
        <p:nvPicPr>
          <p:cNvPr id="5" name="Picture 4" descr="step_01_0021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2 - Sensor tipo vs 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00:46 | Acción: Aclarar que primero se valida/crea el tipo de sensor y luego el sensor/dispositivo.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Por lo que estés, porque tenemos el sensor de tipo y el sensor.</a:t>
            </a:r>
          </a:p>
        </p:txBody>
      </p:sp>
      <p:pic>
        <p:nvPicPr>
          <p:cNvPr id="5" name="Picture 4" descr="step_02_0046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3 - Reutilizar entidades existentes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01:12 | Acción: Si el sensor ya existe, no recrearlo; completar asociaciones faltantes.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El sensor es probablemente tal no lo usas</a:t>
            </a:r>
          </a:p>
        </p:txBody>
      </p:sp>
      <p:pic>
        <p:nvPicPr>
          <p:cNvPr id="5" name="Picture 4" descr="step_03_0072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650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4 - Diagnóstico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03:13 | Acción: La conductividad no aparecía por asociación incompleta de variables.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Pero...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5 - Unidad de medida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03:52 | Acción: Conductividad en µS/cm según datasheet.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¿En qué unidad de medida mía es la conductida?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6 - Variable existente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04:24 | Acción: Revisar variable existente de conductividad y ajustar etiqueta 'ambiental' si aplica.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No, ambiental.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7 - Relación variable-sensor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05:24 | Acción: Ir a 'Variables en sensores' y crear relación nueva para sensor de suelo Wincontop.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Hay que agregar unas. Hay que crear una relación nueva.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8 - Dispositivo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06:44 | Acción: Usar/duplicar dispositivo base y agregar segundo sensor (caso Soil 9).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 ese soil 9 le vamos a agregar el segundo sensor.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9 - Duplicación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08:17 | Acción: Duplicar acelera, luego limpiar variables no usadas (p. ej. módem/GPS).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¿Pauro...?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10 - Composición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09:39 | Acción: Confirmar sensores: DHT22 + suelo + batería + módem + segundo sensor.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Ya, tú se va a agregar sensor o digital.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11 - Mapeo en enlace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10:48 | Acción: Validar orden de variables en el link: temperatura aire, CE suelo, temperatura suelo, humedad suelo, etc.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El 2?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 12 - Cierre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Timestamp: 11:43 | Acción: Guardar, duplicar estaciones necesarias y validar telemetría/pop-up de creación.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Evidencia: Por lo tanto, primero es temperatura de la aire.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Confirmar CE, temperatura y humedad de suelo</a:t>
            </a:r>
          </a:p>
          <a:p>
            <a:r>
              <a:t>• Confirmar mapeo y orden del link</a:t>
            </a:r>
          </a:p>
          <a:p>
            <a:r>
              <a:t>• Confirmar recepción de datos en histórico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