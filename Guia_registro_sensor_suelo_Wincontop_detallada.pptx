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Guía: Registro sensor de suelo Wincontop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Versión detallada con pantallazo en cada paso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Administrador/proyecto</a:t>
            </a:r>
          </a:p>
          <a:p>
            <a:r>
              <a:t>2) Tipo de sensor</a:t>
            </a:r>
          </a:p>
          <a:p>
            <a:r>
              <a:t>3) Variables en sensores</a:t>
            </a:r>
          </a:p>
          <a:p>
            <a:r>
              <a:t>4) Unidad CE µS/cm</a:t>
            </a:r>
          </a:p>
          <a:p>
            <a:r>
              <a:t>5) Dispositivo/duplicación</a:t>
            </a:r>
          </a:p>
          <a:p>
            <a:r>
              <a:t>6) Mapeo link</a:t>
            </a:r>
          </a:p>
          <a:p>
            <a:r>
              <a:t>7) Validación telemetría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Paso 1 - </a:t>
            </a:r>
            <a:r>
              <a:rPr dirty="0" err="1"/>
              <a:t>Inicio</a:t>
            </a:r>
            <a:r>
              <a:rPr dirty="0"/>
              <a:t> del </a:t>
            </a:r>
            <a:r>
              <a:rPr dirty="0" err="1"/>
              <a:t>flujo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1763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00:21 | Entrar al </a:t>
            </a:r>
            <a:r>
              <a:rPr dirty="0" err="1"/>
              <a:t>administrador</a:t>
            </a:r>
            <a:r>
              <a:rPr dirty="0"/>
              <a:t> para registrar sensor de </a:t>
            </a:r>
            <a:r>
              <a:rPr dirty="0" err="1"/>
              <a:t>suelo</a:t>
            </a:r>
            <a:r>
              <a:rPr dirty="0"/>
              <a:t> y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actual.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 quiero registrar o hacer mejor un menos encerno</a:t>
            </a:r>
          </a:p>
        </p:txBody>
      </p:sp>
      <p:pic>
        <p:nvPicPr>
          <p:cNvPr id="5" name="Picture 4" descr="step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2 - Sensor tipo vs 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00:46 | </a:t>
            </a:r>
            <a:r>
              <a:rPr dirty="0" err="1"/>
              <a:t>Aclarar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primero se </a:t>
            </a:r>
            <a:r>
              <a:rPr dirty="0" err="1"/>
              <a:t>valida</a:t>
            </a:r>
            <a:r>
              <a:rPr dirty="0"/>
              <a:t>/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sensor y luego </a:t>
            </a:r>
            <a:r>
              <a:rPr dirty="0" err="1"/>
              <a:t>el</a:t>
            </a:r>
            <a:r>
              <a:rPr dirty="0"/>
              <a:t> sensor/</a:t>
            </a:r>
            <a:r>
              <a:rPr dirty="0" err="1"/>
              <a:t>dispositivo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Por lo que estés, porque tenemos el sensor de tipo y el sensor.</a:t>
            </a:r>
          </a:p>
        </p:txBody>
      </p:sp>
      <p:pic>
        <p:nvPicPr>
          <p:cNvPr id="5" name="Picture 4" descr="step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3 - Reutilizar entidades existentes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01:12 | Si </a:t>
            </a:r>
            <a:r>
              <a:rPr dirty="0" err="1"/>
              <a:t>el</a:t>
            </a:r>
            <a:r>
              <a:rPr dirty="0"/>
              <a:t> sensor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, no </a:t>
            </a:r>
            <a:r>
              <a:rPr dirty="0" err="1"/>
              <a:t>recrearlo</a:t>
            </a:r>
            <a:r>
              <a:rPr dirty="0"/>
              <a:t>; </a:t>
            </a:r>
            <a:r>
              <a:rPr dirty="0" err="1"/>
              <a:t>completar</a:t>
            </a:r>
            <a:r>
              <a:rPr dirty="0"/>
              <a:t> </a:t>
            </a:r>
            <a:r>
              <a:rPr dirty="0" err="1"/>
              <a:t>asociaciones</a:t>
            </a:r>
            <a:r>
              <a:rPr dirty="0"/>
              <a:t> </a:t>
            </a:r>
            <a:r>
              <a:rPr dirty="0" err="1"/>
              <a:t>faltantes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El sensor es probablemente tal no lo usas</a:t>
            </a:r>
          </a:p>
        </p:txBody>
      </p:sp>
      <p:pic>
        <p:nvPicPr>
          <p:cNvPr id="5" name="Picture 4" descr="step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4 - Diagnóstico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03:13 | La </a:t>
            </a:r>
            <a:r>
              <a:rPr dirty="0" err="1"/>
              <a:t>conductividad</a:t>
            </a:r>
            <a:r>
              <a:rPr dirty="0"/>
              <a:t> no </a:t>
            </a:r>
            <a:r>
              <a:rPr dirty="0" err="1"/>
              <a:t>aparecía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asociación</a:t>
            </a:r>
            <a:r>
              <a:rPr dirty="0"/>
              <a:t> </a:t>
            </a:r>
            <a:r>
              <a:rPr dirty="0" err="1"/>
              <a:t>incompleta</a:t>
            </a:r>
            <a:r>
              <a:rPr dirty="0"/>
              <a:t> de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Pero...</a:t>
            </a:r>
          </a:p>
        </p:txBody>
      </p:sp>
      <p:pic>
        <p:nvPicPr>
          <p:cNvPr id="5" name="Picture 4" descr="step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5 - Unidad de medida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03:52 | </a:t>
            </a:r>
            <a:r>
              <a:rPr dirty="0" err="1"/>
              <a:t>Conductividad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µS/cm </a:t>
            </a:r>
            <a:r>
              <a:rPr dirty="0" err="1"/>
              <a:t>según</a:t>
            </a:r>
            <a:r>
              <a:rPr dirty="0"/>
              <a:t> datasheet.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¿En qué unidad de medida mía es la conductida?</a:t>
            </a:r>
          </a:p>
        </p:txBody>
      </p:sp>
      <p:pic>
        <p:nvPicPr>
          <p:cNvPr id="5" name="Picture 4" descr="step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6 - Variable existente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04:24 | </a:t>
            </a:r>
            <a:r>
              <a:rPr dirty="0" err="1"/>
              <a:t>Revisar</a:t>
            </a:r>
            <a:r>
              <a:rPr dirty="0"/>
              <a:t> variable </a:t>
            </a:r>
            <a:r>
              <a:rPr dirty="0" err="1"/>
              <a:t>existente</a:t>
            </a:r>
            <a:r>
              <a:rPr dirty="0"/>
              <a:t> de </a:t>
            </a:r>
            <a:r>
              <a:rPr dirty="0" err="1"/>
              <a:t>conductividad</a:t>
            </a:r>
            <a:r>
              <a:rPr dirty="0"/>
              <a:t> y </a:t>
            </a:r>
            <a:r>
              <a:rPr dirty="0" err="1"/>
              <a:t>ajustar</a:t>
            </a:r>
            <a:r>
              <a:rPr dirty="0"/>
              <a:t> </a:t>
            </a:r>
            <a:r>
              <a:rPr dirty="0" err="1"/>
              <a:t>etiqueta</a:t>
            </a:r>
            <a:r>
              <a:rPr dirty="0"/>
              <a:t> '</a:t>
            </a:r>
            <a:r>
              <a:rPr dirty="0" err="1"/>
              <a:t>ambiental</a:t>
            </a:r>
            <a:r>
              <a:rPr dirty="0"/>
              <a:t>'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No, ambiental.</a:t>
            </a:r>
          </a:p>
        </p:txBody>
      </p:sp>
      <p:pic>
        <p:nvPicPr>
          <p:cNvPr id="5" name="Picture 4" descr="step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7 - Relación variable-sensor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05:24 | </a:t>
            </a:r>
            <a:r>
              <a:rPr dirty="0" err="1"/>
              <a:t>Ir</a:t>
            </a:r>
            <a:r>
              <a:rPr dirty="0"/>
              <a:t> a 'Variables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sensores</a:t>
            </a:r>
            <a:r>
              <a:rPr dirty="0"/>
              <a:t>' y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relación</a:t>
            </a:r>
            <a:r>
              <a:rPr dirty="0"/>
              <a:t> </a:t>
            </a:r>
            <a:r>
              <a:rPr dirty="0" err="1"/>
              <a:t>nueva</a:t>
            </a:r>
            <a:r>
              <a:rPr dirty="0"/>
              <a:t> para sensor de </a:t>
            </a:r>
            <a:r>
              <a:rPr dirty="0" err="1"/>
              <a:t>suelo</a:t>
            </a:r>
            <a:r>
              <a:rPr dirty="0"/>
              <a:t> </a:t>
            </a:r>
            <a:r>
              <a:rPr dirty="0" err="1"/>
              <a:t>Wincontop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Hay que agregar unas. Hay que crear una relación nueva.</a:t>
            </a:r>
          </a:p>
        </p:txBody>
      </p:sp>
      <p:pic>
        <p:nvPicPr>
          <p:cNvPr id="5" name="Picture 4" descr="step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8 - Dispositivo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06:44 | Usar/</a:t>
            </a:r>
            <a:r>
              <a:rPr dirty="0" err="1"/>
              <a:t>duplicar</a:t>
            </a:r>
            <a:r>
              <a:rPr dirty="0"/>
              <a:t> </a:t>
            </a:r>
            <a:r>
              <a:rPr dirty="0" err="1"/>
              <a:t>dispositivo</a:t>
            </a:r>
            <a:r>
              <a:rPr dirty="0"/>
              <a:t> base y </a:t>
            </a:r>
            <a:r>
              <a:rPr dirty="0" err="1"/>
              <a:t>agregar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 sensor (</a:t>
            </a:r>
            <a:r>
              <a:rPr dirty="0" err="1"/>
              <a:t>caso</a:t>
            </a:r>
            <a:r>
              <a:rPr dirty="0"/>
              <a:t> Soil 9).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 ese soil 9 le vamos a agregar el segundo sensor.</a:t>
            </a:r>
          </a:p>
        </p:txBody>
      </p:sp>
      <p:pic>
        <p:nvPicPr>
          <p:cNvPr id="5" name="Picture 4" descr="step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9 - Duplicación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223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08:17 | </a:t>
            </a:r>
            <a:r>
              <a:rPr dirty="0" err="1"/>
              <a:t>Duplicar</a:t>
            </a:r>
            <a:r>
              <a:rPr dirty="0"/>
              <a:t> </a:t>
            </a:r>
            <a:r>
              <a:rPr dirty="0" err="1"/>
              <a:t>acelera</a:t>
            </a:r>
            <a:r>
              <a:rPr dirty="0"/>
              <a:t>, luego </a:t>
            </a:r>
            <a:r>
              <a:rPr dirty="0" err="1"/>
              <a:t>limpiar</a:t>
            </a:r>
            <a:r>
              <a:rPr dirty="0"/>
              <a:t> variables no </a:t>
            </a:r>
            <a:r>
              <a:rPr dirty="0" err="1"/>
              <a:t>usadas</a:t>
            </a:r>
            <a:r>
              <a:rPr dirty="0"/>
              <a:t> (p. </a:t>
            </a:r>
            <a:r>
              <a:rPr dirty="0" err="1"/>
              <a:t>ej</a:t>
            </a:r>
            <a:r>
              <a:rPr dirty="0"/>
              <a:t>. </a:t>
            </a:r>
            <a:r>
              <a:rPr dirty="0" err="1"/>
              <a:t>módem</a:t>
            </a:r>
            <a:r>
              <a:rPr dirty="0"/>
              <a:t>/GPS).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¿Pauro...?</a:t>
            </a:r>
          </a:p>
        </p:txBody>
      </p:sp>
      <p:pic>
        <p:nvPicPr>
          <p:cNvPr id="5" name="Picture 4" descr="step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10 - Composición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09:39 | </a:t>
            </a:r>
            <a:r>
              <a:rPr dirty="0" err="1"/>
              <a:t>Confirmar</a:t>
            </a:r>
            <a:r>
              <a:rPr dirty="0"/>
              <a:t> </a:t>
            </a:r>
            <a:r>
              <a:rPr dirty="0" err="1"/>
              <a:t>sensores</a:t>
            </a:r>
            <a:r>
              <a:rPr dirty="0"/>
              <a:t>: DHT22 + </a:t>
            </a:r>
            <a:r>
              <a:rPr dirty="0" err="1"/>
              <a:t>suelo</a:t>
            </a:r>
            <a:r>
              <a:rPr dirty="0"/>
              <a:t> + </a:t>
            </a:r>
            <a:r>
              <a:rPr dirty="0" err="1"/>
              <a:t>batería</a:t>
            </a:r>
            <a:r>
              <a:rPr dirty="0"/>
              <a:t> + </a:t>
            </a:r>
            <a:r>
              <a:rPr dirty="0" err="1"/>
              <a:t>módem</a:t>
            </a:r>
            <a:r>
              <a:rPr dirty="0"/>
              <a:t> + </a:t>
            </a:r>
            <a:r>
              <a:rPr dirty="0" err="1"/>
              <a:t>segundo</a:t>
            </a:r>
            <a:r>
              <a:rPr dirty="0"/>
              <a:t> sensor.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Ya, tú se va a agregar sensor o digital.</a:t>
            </a:r>
          </a:p>
        </p:txBody>
      </p:sp>
      <p:pic>
        <p:nvPicPr>
          <p:cNvPr id="5" name="Picture 4" descr="ste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11 - Mapeo en enlace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10:48 | Validar </a:t>
            </a:r>
            <a:r>
              <a:rPr dirty="0" err="1"/>
              <a:t>orden</a:t>
            </a:r>
            <a:r>
              <a:rPr dirty="0"/>
              <a:t> de variables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link: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aire</a:t>
            </a:r>
            <a:r>
              <a:rPr dirty="0"/>
              <a:t>, CE </a:t>
            </a:r>
            <a:r>
              <a:rPr dirty="0" err="1"/>
              <a:t>suelo</a:t>
            </a:r>
            <a:r>
              <a:rPr dirty="0"/>
              <a:t>, </a:t>
            </a:r>
            <a:r>
              <a:rPr dirty="0" err="1"/>
              <a:t>temperatura</a:t>
            </a:r>
            <a:r>
              <a:rPr dirty="0"/>
              <a:t> </a:t>
            </a:r>
            <a:r>
              <a:rPr dirty="0" err="1"/>
              <a:t>suelo</a:t>
            </a:r>
            <a:r>
              <a:rPr dirty="0"/>
              <a:t>, </a:t>
            </a:r>
            <a:r>
              <a:rPr dirty="0" err="1"/>
              <a:t>humedad</a:t>
            </a:r>
            <a:r>
              <a:rPr dirty="0"/>
              <a:t> </a:t>
            </a:r>
            <a:r>
              <a:rPr dirty="0" err="1"/>
              <a:t>suelo</a:t>
            </a:r>
            <a:r>
              <a:rPr dirty="0"/>
              <a:t>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El 2?</a:t>
            </a:r>
          </a:p>
        </p:txBody>
      </p:sp>
      <p:pic>
        <p:nvPicPr>
          <p:cNvPr id="5" name="Picture 4" descr="ste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12 - Cierre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223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 dirty="0"/>
              <a:t>Timestamp 11:43 | </a:t>
            </a:r>
            <a:r>
              <a:rPr dirty="0" err="1"/>
              <a:t>Guardar</a:t>
            </a:r>
            <a:r>
              <a:rPr dirty="0"/>
              <a:t>, </a:t>
            </a:r>
            <a:r>
              <a:rPr dirty="0" err="1"/>
              <a:t>duplicar</a:t>
            </a:r>
            <a:r>
              <a:rPr dirty="0"/>
              <a:t> </a:t>
            </a:r>
            <a:r>
              <a:rPr dirty="0" err="1"/>
              <a:t>estaciones</a:t>
            </a:r>
            <a:r>
              <a:rPr dirty="0"/>
              <a:t> </a:t>
            </a:r>
            <a:r>
              <a:rPr dirty="0" err="1"/>
              <a:t>necesarias</a:t>
            </a:r>
            <a:r>
              <a:rPr dirty="0"/>
              <a:t> y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telemetría</a:t>
            </a:r>
            <a:r>
              <a:rPr dirty="0"/>
              <a:t>/pop-up de </a:t>
            </a:r>
            <a:r>
              <a:rPr dirty="0" err="1"/>
              <a:t>creación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Por lo tanto, primero es temperatura de la aire.</a:t>
            </a:r>
          </a:p>
        </p:txBody>
      </p:sp>
      <p:pic>
        <p:nvPicPr>
          <p:cNvPr id="5" name="Picture 4" descr="ste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633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Confirmar CE/temperatura/humedad + orden de link + histórico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465</Words>
  <Application>Microsoft Office PowerPoint</Application>
  <PresentationFormat>Presentación en pantalla (4:3)</PresentationFormat>
  <Paragraphs>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Guía: Registro sensor de suelo Wincontop</vt:lpstr>
      <vt:lpstr>Checklist operativo</vt:lpstr>
      <vt:lpstr>Paso 1 - Inicio del flujo</vt:lpstr>
      <vt:lpstr>Paso 2 - Sensor tipo vs sensor</vt:lpstr>
      <vt:lpstr>Paso 3 - Reutilizar entidades existentes</vt:lpstr>
      <vt:lpstr>Paso 4 - Diagnóstico principal</vt:lpstr>
      <vt:lpstr>Paso 5 - Unidad de medida</vt:lpstr>
      <vt:lpstr>Paso 6 - Variable existente</vt:lpstr>
      <vt:lpstr>Paso 7 - Relación variable-sensor</vt:lpstr>
      <vt:lpstr>Paso 8 - Dispositivo objetivo</vt:lpstr>
      <vt:lpstr>Paso 9 - Duplicación práctica</vt:lpstr>
      <vt:lpstr>Paso 10 - Composición final</vt:lpstr>
      <vt:lpstr>Paso 11 - Mapeo en enlace</vt:lpstr>
      <vt:lpstr>Paso 12 - Cierre operativo</vt:lpstr>
      <vt:lpstr>Validación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Rebolledo .</cp:lastModifiedBy>
  <cp:revision>2</cp:revision>
  <dcterms:created xsi:type="dcterms:W3CDTF">2013-01-27T09:14:16Z</dcterms:created>
  <dcterms:modified xsi:type="dcterms:W3CDTF">2026-02-20T19:51:28Z</dcterms:modified>
  <cp:category/>
</cp:coreProperties>
</file>