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Guía de registro de sensor de suelo Wincontop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Basado en reunión Zoom (capturas + pasos operativos)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Ingresar al administrador e iniciar registro del sensor.</a:t>
            </a:r>
          </a:p>
          <a:p>
            <a:r>
              <a:t>2) Validar/crear tipo de sensor de suelo Wincontop.</a:t>
            </a:r>
          </a:p>
          <a:p>
            <a:r>
              <a:t>3) Confirmar variables: humedad de suelo, temperatura y conductividad.</a:t>
            </a:r>
          </a:p>
          <a:p>
            <a:r>
              <a:t>4) Ir a Variables en sensores y crear relación nueva.</a:t>
            </a:r>
          </a:p>
          <a:p>
            <a:r>
              <a:t>5) Definir unidad de conductividad (µS/cm) según ficha técnica.</a:t>
            </a:r>
          </a:p>
          <a:p>
            <a:r>
              <a:t>6) Asociar al dispositivo/estación y guardar.</a:t>
            </a:r>
          </a:p>
          <a:p>
            <a:r>
              <a:t>7) Verificar recepción de telemetría y datos históricos.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 — 00:00:21.200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y quiero registrar o hacer mejor un menos encerno</a:t>
            </a:r>
          </a:p>
        </p:txBody>
      </p:sp>
      <p:pic>
        <p:nvPicPr>
          <p:cNvPr id="4" name="Picture 3" descr="step_01_002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2 — 00:00:46.200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Por lo que estés, porque tenemos el sensor de tipo y el sensor.</a:t>
            </a:r>
          </a:p>
        </p:txBody>
      </p:sp>
      <p:pic>
        <p:nvPicPr>
          <p:cNvPr id="4" name="Picture 3" descr="step_02_004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3 — 00:01:12.200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El sensor es probablemente tal no lo usas</a:t>
            </a:r>
          </a:p>
        </p:txBody>
      </p:sp>
      <p:pic>
        <p:nvPicPr>
          <p:cNvPr id="4" name="Picture 3" descr="step_03_007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4 — 00:01:23.200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Bueno, vamos a hacer el sensor de tipo sin crear un sensor tipo.</a:t>
            </a:r>
          </a:p>
        </p:txBody>
      </p:sp>
      <p:pic>
        <p:nvPicPr>
          <p:cNvPr id="4" name="Picture 3" descr="step_04_0083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5 — 00:05:24.200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Hay que agregar unas. Hay que crear una relación nueva.</a:t>
            </a:r>
          </a:p>
        </p:txBody>
      </p:sp>
      <p:pic>
        <p:nvPicPr>
          <p:cNvPr id="4" name="Picture 3" descr="step_05_032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6 — 00:06:44.200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Y ese soil 9 le vamos a agregar el segundo sensor.</a:t>
            </a:r>
          </a:p>
        </p:txBody>
      </p:sp>
      <p:pic>
        <p:nvPicPr>
          <p:cNvPr id="4" name="Picture 3" descr="step_06_040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7 — 00:09:39.200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Ya, tú se va a agregar sensor o digital.</a:t>
            </a:r>
          </a:p>
        </p:txBody>
      </p:sp>
      <p:pic>
        <p:nvPicPr>
          <p:cNvPr id="4" name="Picture 3" descr="step_07_057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8 — 00:09:47.200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tiene un modem, entonces habría que agregarle un sensor.</a:t>
            </a:r>
          </a:p>
        </p:txBody>
      </p:sp>
      <p:pic>
        <p:nvPicPr>
          <p:cNvPr id="4" name="Picture 3" descr="step_08_058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80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Corrección aplicada: no corresponde TEROS; el flujo se documenta para sensor de suelo Wincontop.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